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7A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ijzer, K (onco)" userId="c5a999d4-af0c-45eb-93e0-52f88e76dfc7" providerId="ADAL" clId="{74345A68-35CF-473D-A044-7A34F9818805}"/>
    <pc:docChg chg="undo custSel delSld modSld">
      <pc:chgData name="Keijzer, K (onco)" userId="c5a999d4-af0c-45eb-93e0-52f88e76dfc7" providerId="ADAL" clId="{74345A68-35CF-473D-A044-7A34F9818805}" dt="2026-09-16T11:56:46.756" v="102" actId="122"/>
      <pc:docMkLst>
        <pc:docMk/>
      </pc:docMkLst>
      <pc:sldChg chg="del">
        <pc:chgData name="Keijzer, K (onco)" userId="c5a999d4-af0c-45eb-93e0-52f88e76dfc7" providerId="ADAL" clId="{74345A68-35CF-473D-A044-7A34F9818805}" dt="2026-09-16T11:54:02.947" v="0" actId="47"/>
        <pc:sldMkLst>
          <pc:docMk/>
          <pc:sldMk cId="0" sldId="256"/>
        </pc:sldMkLst>
      </pc:sldChg>
      <pc:sldChg chg="delSp modSp mod">
        <pc:chgData name="Keijzer, K (onco)" userId="c5a999d4-af0c-45eb-93e0-52f88e76dfc7" providerId="ADAL" clId="{74345A68-35CF-473D-A044-7A34F9818805}" dt="2026-09-16T11:56:46.756" v="102" actId="122"/>
        <pc:sldMkLst>
          <pc:docMk/>
          <pc:sldMk cId="0" sldId="257"/>
        </pc:sldMkLst>
        <pc:spChg chg="mod">
          <ac:chgData name="Keijzer, K (onco)" userId="c5a999d4-af0c-45eb-93e0-52f88e76dfc7" providerId="ADAL" clId="{74345A68-35CF-473D-A044-7A34F9818805}" dt="2026-09-16T11:56:46.756" v="102" actId="122"/>
          <ac:spMkLst>
            <pc:docMk/>
            <pc:sldMk cId="0" sldId="257"/>
            <ac:spMk id="2" creationId="{00000000-0000-0000-0000-000000000000}"/>
          </ac:spMkLst>
        </pc:spChg>
        <pc:spChg chg="del">
          <ac:chgData name="Keijzer, K (onco)" userId="c5a999d4-af0c-45eb-93e0-52f88e76dfc7" providerId="ADAL" clId="{74345A68-35CF-473D-A044-7A34F9818805}" dt="2026-09-16T11:54:12.884" v="1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Keijzer, K (onco)" userId="c5a999d4-af0c-45eb-93e0-52f88e76dfc7" providerId="ADAL" clId="{74345A68-35CF-473D-A044-7A34F9818805}" dt="2026-09-16T11:54:12.884" v="1" actId="478"/>
          <ac:spMkLst>
            <pc:docMk/>
            <pc:sldMk cId="0" sldId="257"/>
            <ac:spMk id="4" creationId="{00000000-0000-0000-0000-000000000000}"/>
          </ac:spMkLst>
        </pc:spChg>
        <pc:spChg chg="del">
          <ac:chgData name="Keijzer, K (onco)" userId="c5a999d4-af0c-45eb-93e0-52f88e76dfc7" providerId="ADAL" clId="{74345A68-35CF-473D-A044-7A34F9818805}" dt="2026-09-16T11:54:12.884" v="1" actId="478"/>
          <ac:spMkLst>
            <pc:docMk/>
            <pc:sldMk cId="0" sldId="257"/>
            <ac:spMk id="5" creationId="{00000000-0000-0000-0000-000000000000}"/>
          </ac:spMkLst>
        </pc:spChg>
        <pc:spChg chg="mod">
          <ac:chgData name="Keijzer, K (onco)" userId="c5a999d4-af0c-45eb-93e0-52f88e76dfc7" providerId="ADAL" clId="{74345A68-35CF-473D-A044-7A34F9818805}" dt="2026-09-16T11:56:44.604" v="101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Keijzer, K (onco)" userId="c5a999d4-af0c-45eb-93e0-52f88e76dfc7" providerId="ADAL" clId="{74345A68-35CF-473D-A044-7A34F9818805}" dt="2026-09-16T11:56:44.604" v="101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Keijzer, K (onco)" userId="c5a999d4-af0c-45eb-93e0-52f88e76dfc7" providerId="ADAL" clId="{74345A68-35CF-473D-A044-7A34F9818805}" dt="2026-09-16T11:56:44.604" v="101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Keijzer, K (onco)" userId="c5a999d4-af0c-45eb-93e0-52f88e76dfc7" providerId="ADAL" clId="{74345A68-35CF-473D-A044-7A34F9818805}" dt="2026-09-16T11:56:44.604" v="101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Keijzer, K (onco)" userId="c5a999d4-af0c-45eb-93e0-52f88e76dfc7" providerId="ADAL" clId="{74345A68-35CF-473D-A044-7A34F9818805}" dt="2026-09-16T11:56:44.604" v="101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Keijzer, K (onco)" userId="c5a999d4-af0c-45eb-93e0-52f88e76dfc7" providerId="ADAL" clId="{74345A68-35CF-473D-A044-7A34F9818805}" dt="2026-09-16T11:56:44.604" v="101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Keijzer, K (onco)" userId="c5a999d4-af0c-45eb-93e0-52f88e76dfc7" providerId="ADAL" clId="{74345A68-35CF-473D-A044-7A34F9818805}" dt="2026-09-16T11:56:44.604" v="101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Keijzer, K (onco)" userId="c5a999d4-af0c-45eb-93e0-52f88e76dfc7" providerId="ADAL" clId="{74345A68-35CF-473D-A044-7A34F9818805}" dt="2026-09-16T11:56:44.604" v="101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Keijzer, K (onco)" userId="c5a999d4-af0c-45eb-93e0-52f88e76dfc7" providerId="ADAL" clId="{74345A68-35CF-473D-A044-7A34F9818805}" dt="2026-09-16T11:56:44.604" v="101" actId="107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Keijzer, K (onco)" userId="c5a999d4-af0c-45eb-93e0-52f88e76dfc7" providerId="ADAL" clId="{74345A68-35CF-473D-A044-7A34F9818805}" dt="2026-09-16T11:56:44.604" v="101" actId="1076"/>
          <ac:spMkLst>
            <pc:docMk/>
            <pc:sldMk cId="0" sldId="257"/>
            <ac:spMk id="25" creationId="{00000000-0000-0000-0000-000000000000}"/>
          </ac:spMkLst>
        </pc:spChg>
      </pc:sldChg>
      <pc:sldChg chg="delSp modSp mod">
        <pc:chgData name="Keijzer, K (onco)" userId="c5a999d4-af0c-45eb-93e0-52f88e76dfc7" providerId="ADAL" clId="{74345A68-35CF-473D-A044-7A34F9818805}" dt="2026-09-16T11:55:49.392" v="95" actId="1036"/>
        <pc:sldMkLst>
          <pc:docMk/>
          <pc:sldMk cId="0" sldId="259"/>
        </pc:sldMkLst>
        <pc:spChg chg="del">
          <ac:chgData name="Keijzer, K (onco)" userId="c5a999d4-af0c-45eb-93e0-52f88e76dfc7" providerId="ADAL" clId="{74345A68-35CF-473D-A044-7A34F9818805}" dt="2026-09-16T11:55:36.992" v="41" actId="478"/>
          <ac:spMkLst>
            <pc:docMk/>
            <pc:sldMk cId="0" sldId="259"/>
            <ac:spMk id="8" creationId="{00000000-0000-0000-0000-000000000000}"/>
          </ac:spMkLst>
        </pc:spChg>
        <pc:spChg chg="del">
          <ac:chgData name="Keijzer, K (onco)" userId="c5a999d4-af0c-45eb-93e0-52f88e76dfc7" providerId="ADAL" clId="{74345A68-35CF-473D-A044-7A34F9818805}" dt="2026-09-16T11:55:35.926" v="40" actId="478"/>
          <ac:spMkLst>
            <pc:docMk/>
            <pc:sldMk cId="0" sldId="259"/>
            <ac:spMk id="9" creationId="{00000000-0000-0000-0000-000000000000}"/>
          </ac:spMkLst>
        </pc:spChg>
        <pc:spChg chg="mod">
          <ac:chgData name="Keijzer, K (onco)" userId="c5a999d4-af0c-45eb-93e0-52f88e76dfc7" providerId="ADAL" clId="{74345A68-35CF-473D-A044-7A34F9818805}" dt="2026-09-16T11:55:49.392" v="95" actId="103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Keijzer, K (onco)" userId="c5a999d4-af0c-45eb-93e0-52f88e76dfc7" providerId="ADAL" clId="{74345A68-35CF-473D-A044-7A34F9818805}" dt="2026-09-16T11:55:49.392" v="95" actId="103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Keijzer, K (onco)" userId="c5a999d4-af0c-45eb-93e0-52f88e76dfc7" providerId="ADAL" clId="{74345A68-35CF-473D-A044-7A34F9818805}" dt="2026-09-16T11:55:49.392" v="95" actId="1036"/>
          <ac:spMkLst>
            <pc:docMk/>
            <pc:sldMk cId="0" sldId="259"/>
            <ac:spMk id="12" creationId="{00000000-0000-0000-0000-000000000000}"/>
          </ac:spMkLst>
        </pc:spChg>
      </pc:sldChg>
      <pc:sldChg chg="modSp del mod">
        <pc:chgData name="Keijzer, K (onco)" userId="c5a999d4-af0c-45eb-93e0-52f88e76dfc7" providerId="ADAL" clId="{74345A68-35CF-473D-A044-7A34F9818805}" dt="2026-09-16T11:56:24.616" v="99" actId="47"/>
        <pc:sldMkLst>
          <pc:docMk/>
          <pc:sldMk cId="0" sldId="260"/>
        </pc:sldMkLst>
        <pc:spChg chg="mod">
          <ac:chgData name="Keijzer, K (onco)" userId="c5a999d4-af0c-45eb-93e0-52f88e76dfc7" providerId="ADAL" clId="{74345A68-35CF-473D-A044-7A34F9818805}" dt="2026-09-16T11:56:04.047" v="98" actId="20577"/>
          <ac:spMkLst>
            <pc:docMk/>
            <pc:sldMk cId="0" sldId="260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2119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Horizontaal overzicht, links naar rechts. Overleg 1 is de startpoort met de afspraken (contracten). Daarna lopen preprocessing (teal) en EDA (blauw) simultaan. Bij Overleg 2 komen ze samen in een beslismoment. Daarna modelleren B en C parallel op respectievelijk geschaalde en ongeschaalde data. Overleg 3 checkt de vergelijkbaarheid, waarna het team samen afrondt.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 pipeline in </a:t>
            </a:r>
            <a:r>
              <a:rPr lang="en-US" sz="2600" b="1" dirty="0" err="1">
                <a:solidFill>
                  <a:srgbClr val="1A2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één</a:t>
            </a:r>
            <a:r>
              <a:rPr lang="en-US" sz="2600" b="1" dirty="0">
                <a:solidFill>
                  <a:srgbClr val="1A2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</a:t>
            </a:r>
            <a:r>
              <a:rPr lang="en-US" sz="2600" b="1" dirty="0" err="1">
                <a:solidFill>
                  <a:srgbClr val="1A2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oogopslag</a:t>
            </a:r>
            <a:endParaRPr lang="en-US" sz="2600" b="1" dirty="0">
              <a:solidFill>
                <a:srgbClr val="1A2E2E"/>
              </a:solidFill>
              <a:latin typeface="Century Schoolbook" pitchFamily="34" charset="0"/>
              <a:ea typeface="Century Schoolbook" pitchFamily="34" charset="-122"/>
              <a:cs typeface="Century Schoolbook" pitchFamily="34" charset="-120"/>
            </a:endParaRPr>
          </a:p>
          <a:p>
            <a:pPr marL="0" indent="0" algn="ctr">
              <a:buNone/>
            </a:pPr>
            <a:r>
              <a:rPr lang="en-US" sz="2600" b="1" dirty="0">
                <a:solidFill>
                  <a:srgbClr val="1A2E2E"/>
                </a:solidFill>
                <a:latin typeface="Century Schoolbook" pitchFamily="34" charset="0"/>
              </a:rPr>
              <a:t>Managed in a git repository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6040" y="14859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E1F5EE"/>
          </a:solidFill>
          <a:ln w="9525">
            <a:solidFill>
              <a:srgbClr val="085041"/>
            </a:solidFill>
            <a:prstDash val="solid"/>
          </a:ln>
          <a:effectLst>
            <a:outerShdw blurRad="38100" dist="12700" dir="5400000" algn="bl" rotWithShape="0">
              <a:srgbClr val="AAB4B4">
                <a:alpha val="35000"/>
              </a:srgbClr>
            </a:outerShdw>
          </a:effectLst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11760" y="1485900"/>
            <a:ext cx="265176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(</a:t>
            </a:r>
            <a:r>
              <a:rPr lang="en-US" sz="1250" b="1" dirty="0" err="1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Frederieke</a:t>
            </a:r>
            <a:r>
              <a:rPr lang="en-US" sz="12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get_data() → 6 datasets: normaal + geschaald, y_train/y_test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6040" y="3982051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E6F1FB"/>
          </a:solidFill>
          <a:ln w="9525">
            <a:solidFill>
              <a:srgbClr val="0C447C"/>
            </a:solidFill>
            <a:prstDash val="solid"/>
          </a:ln>
          <a:effectLst>
            <a:outerShdw blurRad="38100" dist="12700" dir="5400000" algn="bl" rotWithShape="0">
              <a:srgbClr val="AAB4B4">
                <a:alpha val="35000"/>
              </a:srgbClr>
            </a:outerShdw>
          </a:effectLst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11760" y="3982051"/>
            <a:ext cx="265176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(opsplitsbaar)</a:t>
            </a:r>
            <a:endParaRPr lang="en-US" sz="12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• features • </a:t>
            </a:r>
            <a:r>
              <a:rPr lang="en-US" sz="950" dirty="0" err="1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samenhang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6040" y="5445091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63520" y="3259756"/>
            <a:ext cx="320040" cy="457200"/>
          </a:xfrm>
          <a:prstGeom prst="rightArrow">
            <a:avLst/>
          </a:prstGeom>
          <a:solidFill>
            <a:srgbClr val="8AA0A0"/>
          </a:solidFill>
          <a:ln w="12700">
            <a:solidFill>
              <a:srgbClr val="8AA0A0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75000" y="2345356"/>
            <a:ext cx="1554480" cy="2194560"/>
          </a:xfrm>
          <a:prstGeom prst="roundRect">
            <a:avLst>
              <a:gd name="adj" fmla="val 4706"/>
            </a:avLst>
          </a:prstGeom>
          <a:solidFill>
            <a:srgbClr val="FCEBEB"/>
          </a:solidFill>
          <a:ln w="9525">
            <a:solidFill>
              <a:srgbClr val="791F1F"/>
            </a:solidFill>
            <a:prstDash val="solid"/>
          </a:ln>
          <a:effectLst>
            <a:outerShdw blurRad="38100" dist="12700" dir="5400000" algn="bl" rotWithShape="0">
              <a:srgbClr val="AAB4B4">
                <a:alpha val="35000"/>
              </a:srgbClr>
            </a:outerShdw>
          </a:effectLst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220720" y="2345356"/>
            <a:ext cx="146304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decisions after EDA — What does it mean for the preprocessing and modelling?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3259756"/>
            <a:ext cx="320040" cy="457200"/>
          </a:xfrm>
          <a:prstGeom prst="rightArrow">
            <a:avLst/>
          </a:prstGeom>
          <a:solidFill>
            <a:srgbClr val="8AA0A0"/>
          </a:solidFill>
          <a:ln w="12700">
            <a:solidFill>
              <a:srgbClr val="8AA0A0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69560" y="1466850"/>
            <a:ext cx="2194560" cy="1417320"/>
          </a:xfrm>
          <a:prstGeom prst="roundRect">
            <a:avLst>
              <a:gd name="adj" fmla="val 5161"/>
            </a:avLst>
          </a:prstGeom>
          <a:solidFill>
            <a:srgbClr val="EEEDFE"/>
          </a:solidFill>
          <a:ln w="9525">
            <a:solidFill>
              <a:srgbClr val="3C3489"/>
            </a:solidFill>
            <a:prstDash val="solid"/>
          </a:ln>
          <a:effectLst>
            <a:outerShdw blurRad="38100" dist="12700" dir="5400000" algn="bl" rotWithShape="0">
              <a:srgbClr val="AAB4B4">
                <a:alpha val="35000"/>
              </a:srgbClr>
            </a:outerShdw>
          </a:effectLst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415280" y="1466850"/>
            <a:ext cx="210312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1 (Marty)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 options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15280" y="4027771"/>
            <a:ext cx="2194560" cy="1417320"/>
          </a:xfrm>
          <a:prstGeom prst="roundRect">
            <a:avLst>
              <a:gd name="adj" fmla="val 5161"/>
            </a:avLst>
          </a:prstGeom>
          <a:solidFill>
            <a:srgbClr val="EEEDFE"/>
          </a:solidFill>
          <a:ln w="9525">
            <a:solidFill>
              <a:srgbClr val="3C3489"/>
            </a:solidFill>
            <a:prstDash val="solid"/>
          </a:ln>
          <a:effectLst>
            <a:outerShdw blurRad="38100" dist="12700" dir="5400000" algn="bl" rotWithShape="0">
              <a:srgbClr val="AAB4B4">
                <a:alpha val="35000"/>
              </a:srgbClr>
            </a:outerShdw>
          </a:effectLst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461000" y="4027771"/>
            <a:ext cx="210312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2 (Kylie)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deep learning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15280" y="5490811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567980" y="3259756"/>
            <a:ext cx="320040" cy="457200"/>
          </a:xfrm>
          <a:prstGeom prst="rightArrow">
            <a:avLst/>
          </a:prstGeom>
          <a:solidFill>
            <a:srgbClr val="8AA0A0"/>
          </a:solidFill>
          <a:ln w="12700">
            <a:solidFill>
              <a:srgbClr val="8AA0A0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" name="Arrow: Up-Down 2">
            <a:extLst>
              <a:ext uri="{FF2B5EF4-FFF2-40B4-BE49-F238E27FC236}">
                <a16:creationId xmlns:a16="http://schemas.microsoft.com/office/drawing/2014/main" id="{F8541A1A-5B8E-1E84-BFCB-F110E37ECC88}"/>
              </a:ext>
            </a:extLst>
          </p:cNvPr>
          <p:cNvSpPr/>
          <p:nvPr/>
        </p:nvSpPr>
        <p:spPr>
          <a:xfrm>
            <a:off x="1254359" y="2994660"/>
            <a:ext cx="417362" cy="895951"/>
          </a:xfrm>
          <a:prstGeom prst="upDown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Up-Down 3">
            <a:extLst>
              <a:ext uri="{FF2B5EF4-FFF2-40B4-BE49-F238E27FC236}">
                <a16:creationId xmlns:a16="http://schemas.microsoft.com/office/drawing/2014/main" id="{30FB7A56-62C7-B39F-11DA-8C2ED92A5A79}"/>
              </a:ext>
            </a:extLst>
          </p:cNvPr>
          <p:cNvSpPr/>
          <p:nvPr/>
        </p:nvSpPr>
        <p:spPr>
          <a:xfrm>
            <a:off x="6258159" y="2981024"/>
            <a:ext cx="417362" cy="895951"/>
          </a:xfrm>
          <a:prstGeom prst="upDown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hape 10">
            <a:extLst>
              <a:ext uri="{FF2B5EF4-FFF2-40B4-BE49-F238E27FC236}">
                <a16:creationId xmlns:a16="http://schemas.microsoft.com/office/drawing/2014/main" id="{F0A82CE7-5045-82EA-C79A-EAA7C37D70EB}"/>
              </a:ext>
            </a:extLst>
          </p:cNvPr>
          <p:cNvSpPr/>
          <p:nvPr/>
        </p:nvSpPr>
        <p:spPr>
          <a:xfrm>
            <a:off x="7863439" y="2345356"/>
            <a:ext cx="1554480" cy="2194560"/>
          </a:xfrm>
          <a:prstGeom prst="roundRect">
            <a:avLst>
              <a:gd name="adj" fmla="val 4706"/>
            </a:avLst>
          </a:prstGeom>
          <a:solidFill>
            <a:srgbClr val="FCEBEB"/>
          </a:solidFill>
          <a:ln w="9525">
            <a:solidFill>
              <a:srgbClr val="791F1F"/>
            </a:solidFill>
            <a:prstDash val="solid"/>
          </a:ln>
          <a:effectLst>
            <a:outerShdw blurRad="38100" dist="12700" dir="5400000" algn="bl" rotWithShape="0">
              <a:srgbClr val="AAB4B4">
                <a:alpha val="35000"/>
              </a:srgbClr>
            </a:outerShdw>
          </a:effectLst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BD5ED5E1-294F-E457-3EF7-6BE3C2E43DDD}"/>
              </a:ext>
            </a:extLst>
          </p:cNvPr>
          <p:cNvSpPr txBox="1"/>
          <p:nvPr/>
        </p:nvSpPr>
        <p:spPr>
          <a:xfrm>
            <a:off x="7909159" y="2345356"/>
            <a:ext cx="146304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outcome and input for app</a:t>
            </a:r>
            <a:endParaRPr lang="en-US" sz="1300" dirty="0"/>
          </a:p>
        </p:txBody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BD8B2AF3-D87A-1CB2-7F6B-5EC464A3B417}"/>
              </a:ext>
            </a:extLst>
          </p:cNvPr>
          <p:cNvSpPr/>
          <p:nvPr/>
        </p:nvSpPr>
        <p:spPr>
          <a:xfrm>
            <a:off x="9888020" y="1466850"/>
            <a:ext cx="2194560" cy="1417320"/>
          </a:xfrm>
          <a:prstGeom prst="roundRect">
            <a:avLst>
              <a:gd name="adj" fmla="val 5161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accent6">
                <a:lumMod val="75000"/>
              </a:schemeClr>
            </a:solidFill>
            <a:prstDash val="solid"/>
          </a:ln>
          <a:effectLst>
            <a:outerShdw blurRad="38100" dist="12700" dir="5400000" algn="bl" rotWithShape="0">
              <a:srgbClr val="AAB4B4">
                <a:alpha val="35000"/>
              </a:srgbClr>
            </a:outerShdw>
          </a:effectLst>
        </p:spPr>
        <p:txBody>
          <a:bodyPr/>
          <a:lstStyle/>
          <a:p>
            <a:pPr algn="ctr"/>
            <a:endParaRPr 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1160F81D-9708-F58A-BF81-CCE08F5EE7A5}"/>
              </a:ext>
            </a:extLst>
          </p:cNvPr>
          <p:cNvSpPr txBox="1"/>
          <p:nvPr/>
        </p:nvSpPr>
        <p:spPr>
          <a:xfrm>
            <a:off x="9933740" y="1466850"/>
            <a:ext cx="210312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development (Tim &amp; Erik)</a:t>
            </a:r>
            <a:endParaRPr lang="en-US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CC58BF6E-2352-4FAE-18D5-46F0DC5D41DD}"/>
              </a:ext>
            </a:extLst>
          </p:cNvPr>
          <p:cNvSpPr/>
          <p:nvPr/>
        </p:nvSpPr>
        <p:spPr>
          <a:xfrm>
            <a:off x="9933740" y="4027771"/>
            <a:ext cx="2194560" cy="1417320"/>
          </a:xfrm>
          <a:prstGeom prst="roundRect">
            <a:avLst>
              <a:gd name="adj" fmla="val 5161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75000"/>
              </a:schemeClr>
            </a:solidFill>
            <a:prstDash val="solid"/>
          </a:ln>
          <a:effectLst>
            <a:outerShdw blurRad="38100" dist="12700" dir="5400000" algn="bl" rotWithShape="0">
              <a:srgbClr val="AAB4B4">
                <a:alpha val="35000"/>
              </a:srgbClr>
            </a:outerShdw>
          </a:effectLst>
        </p:spPr>
        <p:txBody>
          <a:bodyPr/>
          <a:lstStyle/>
          <a:p>
            <a:pPr algn="ctr"/>
            <a:endParaRPr 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52EDB5F6-0BEB-832C-096B-6A2599D8B7CE}"/>
              </a:ext>
            </a:extLst>
          </p:cNvPr>
          <p:cNvSpPr txBox="1"/>
          <p:nvPr/>
        </p:nvSpPr>
        <p:spPr>
          <a:xfrm>
            <a:off x="9979460" y="4027771"/>
            <a:ext cx="210312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(Erik &amp; Tim)</a:t>
            </a:r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08E2A682-89D8-F613-887E-FBC8D819735A}"/>
              </a:ext>
            </a:extLst>
          </p:cNvPr>
          <p:cNvSpPr txBox="1"/>
          <p:nvPr/>
        </p:nvSpPr>
        <p:spPr>
          <a:xfrm>
            <a:off x="9933740" y="5490811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1000" dirty="0">
              <a:solidFill>
                <a:srgbClr val="6A7A7A"/>
              </a:solidFill>
            </a:endParaRPr>
          </a:p>
        </p:txBody>
      </p:sp>
      <p:sp>
        <p:nvSpPr>
          <p:cNvPr id="32" name="Arrow: Up-Down 31">
            <a:extLst>
              <a:ext uri="{FF2B5EF4-FFF2-40B4-BE49-F238E27FC236}">
                <a16:creationId xmlns:a16="http://schemas.microsoft.com/office/drawing/2014/main" id="{F20C8BC4-F848-5F16-FE42-475BB2AF059A}"/>
              </a:ext>
            </a:extLst>
          </p:cNvPr>
          <p:cNvSpPr/>
          <p:nvPr/>
        </p:nvSpPr>
        <p:spPr>
          <a:xfrm>
            <a:off x="10776619" y="2981024"/>
            <a:ext cx="417362" cy="895951"/>
          </a:xfrm>
          <a:prstGeom prst="upDown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167</Words>
  <Application>Microsoft Office PowerPoint</Application>
  <PresentationFormat>Widescreen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Century Schoolbook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Keijzer, K (onco)</cp:lastModifiedBy>
  <cp:revision>5</cp:revision>
  <dcterms:created xsi:type="dcterms:W3CDTF">2026-09-16T11:52:20Z</dcterms:created>
  <dcterms:modified xsi:type="dcterms:W3CDTF">2026-09-17T10:05:02Z</dcterms:modified>
</cp:coreProperties>
</file>